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Press Start 2P" panose="020B0604020202020204" charset="0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1000033007.jpg"/>
          <p:cNvPicPr preferRelativeResize="0"/>
          <p:nvPr/>
        </p:nvPicPr>
        <p:blipFill rotWithShape="1">
          <a:blip r:embed="rId3">
            <a:alphaModFix/>
          </a:blip>
          <a:srcRect l="11723" t="6313" r="9225" b="7451"/>
          <a:stretch/>
        </p:blipFill>
        <p:spPr>
          <a:xfrm>
            <a:off x="5510055" y="899815"/>
            <a:ext cx="2668333" cy="36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7498259" y="1916966"/>
            <a:ext cx="1109689" cy="311428"/>
          </a:xfrm>
          <a:prstGeom prst="wedgeRoundRectCallout">
            <a:avLst>
              <a:gd name="adj1" fmla="val -110392"/>
              <a:gd name="adj2" fmla="val -162933"/>
              <a:gd name="adj3" fmla="val 0"/>
            </a:avLst>
          </a:prstGeom>
          <a:solidFill>
            <a:schemeClr val="lt2"/>
          </a:solidFill>
          <a:ln w="8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350" tIns="77350" rIns="77350" bIns="7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Unstick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(button 3)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487700" y="2064812"/>
            <a:ext cx="1236648" cy="426839"/>
          </a:xfrm>
          <a:prstGeom prst="wedgeRoundRectCallout">
            <a:avLst>
              <a:gd name="adj1" fmla="val 87274"/>
              <a:gd name="adj2" fmla="val -133807"/>
              <a:gd name="adj3" fmla="val 0"/>
            </a:avLst>
          </a:prstGeom>
          <a:solidFill>
            <a:schemeClr val="lt2"/>
          </a:solidFill>
          <a:ln w="8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350" tIns="77350" rIns="77350" bIns="7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>
                <a:latin typeface="Press Start 2P"/>
                <a:ea typeface="Press Start 2P"/>
                <a:cs typeface="Press Start 2P"/>
                <a:sym typeface="Press Start 2P"/>
              </a:rPr>
              <a:t>Intake Fuel</a:t>
            </a:r>
            <a:endParaRPr sz="676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>
                <a:latin typeface="Press Start 2P"/>
                <a:ea typeface="Press Start 2P"/>
                <a:cs typeface="Press Start 2P"/>
                <a:sym typeface="Press Start 2P"/>
              </a:rPr>
              <a:t>(button 1)</a:t>
            </a:r>
            <a:endParaRPr sz="676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57" name="Google Shape;57;p13" title="1000033010.jpg"/>
          <p:cNvPicPr preferRelativeResize="0"/>
          <p:nvPr/>
        </p:nvPicPr>
        <p:blipFill rotWithShape="1">
          <a:blip r:embed="rId4">
            <a:alphaModFix/>
          </a:blip>
          <a:srcRect l="18394" t="8410" r="13402" b="8493"/>
          <a:stretch/>
        </p:blipFill>
        <p:spPr>
          <a:xfrm rot="-5400000">
            <a:off x="1110966" y="821406"/>
            <a:ext cx="2194658" cy="369109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105550" y="3698337"/>
            <a:ext cx="1050600" cy="700500"/>
          </a:xfrm>
          <a:prstGeom prst="wedgeRoundRectCallout">
            <a:avLst>
              <a:gd name="adj1" fmla="val 84915"/>
              <a:gd name="adj2" fmla="val -69777"/>
              <a:gd name="adj3" fmla="val 0"/>
            </a:avLst>
          </a:prstGeom>
          <a:solidFill>
            <a:schemeClr val="lt2"/>
          </a:solidFill>
          <a:ln w="86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850" tIns="82850" rIns="82850" bIns="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4" dirty="0">
                <a:latin typeface="Press Start 2P"/>
                <a:ea typeface="Press Start 2P"/>
                <a:cs typeface="Press Start 2P"/>
                <a:sym typeface="Press Start 2P"/>
              </a:rPr>
              <a:t>Forward and Reverse</a:t>
            </a:r>
            <a:endParaRPr sz="724"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528540" y="3619078"/>
            <a:ext cx="1050600" cy="700500"/>
          </a:xfrm>
          <a:prstGeom prst="wedgeRoundRectCallout">
            <a:avLst>
              <a:gd name="adj1" fmla="val -94475"/>
              <a:gd name="adj2" fmla="val -71954"/>
              <a:gd name="adj3" fmla="val 0"/>
            </a:avLst>
          </a:prstGeom>
          <a:solidFill>
            <a:schemeClr val="lt2"/>
          </a:solidFill>
          <a:ln w="86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850" tIns="82850" rIns="82850" bIns="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4" dirty="0">
                <a:latin typeface="Press Start 2P"/>
                <a:ea typeface="Press Start 2P"/>
                <a:cs typeface="Press Start 2P"/>
                <a:sym typeface="Press Start 2P"/>
              </a:rPr>
              <a:t>Left and Right</a:t>
            </a:r>
            <a:endParaRPr sz="724"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02790" y="4559591"/>
            <a:ext cx="4651500" cy="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Drive controller</a:t>
            </a:r>
            <a:endParaRPr sz="1100" dirty="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345583" y="4644191"/>
            <a:ext cx="3304425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Operation controller</a:t>
            </a:r>
            <a:endParaRPr sz="1200" dirty="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038435" y="2778040"/>
            <a:ext cx="1090508" cy="549947"/>
          </a:xfrm>
          <a:prstGeom prst="wedgeRoundRectCallout">
            <a:avLst>
              <a:gd name="adj1" fmla="val 83463"/>
              <a:gd name="adj2" fmla="val -195585"/>
              <a:gd name="adj3" fmla="val 0"/>
            </a:avLst>
          </a:prstGeom>
          <a:solidFill>
            <a:schemeClr val="lt2"/>
          </a:solidFill>
          <a:ln w="8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350" tIns="77350" rIns="77350" bIns="7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Fast Launch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(button 2)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395285" y="1019591"/>
            <a:ext cx="1236648" cy="376386"/>
          </a:xfrm>
          <a:prstGeom prst="wedgeRoundRectCallout">
            <a:avLst>
              <a:gd name="adj1" fmla="val 105520"/>
              <a:gd name="adj2" fmla="val 33333"/>
              <a:gd name="adj3" fmla="val 0"/>
            </a:avLst>
          </a:prstGeom>
          <a:solidFill>
            <a:schemeClr val="lt2"/>
          </a:solidFill>
          <a:ln w="8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350" tIns="77350" rIns="77350" bIns="7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Slow Launch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(button 5)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7868686" y="1444426"/>
            <a:ext cx="1183873" cy="311428"/>
          </a:xfrm>
          <a:prstGeom prst="wedgeRoundRectCallout">
            <a:avLst>
              <a:gd name="adj1" fmla="val -126027"/>
              <a:gd name="adj2" fmla="val -71015"/>
              <a:gd name="adj3" fmla="val 0"/>
            </a:avLst>
          </a:prstGeom>
          <a:solidFill>
            <a:schemeClr val="lt2"/>
          </a:solidFill>
          <a:ln w="8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350" tIns="77350" rIns="77350" bIns="7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Empty Hopper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(button 4)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7498260" y="930741"/>
            <a:ext cx="1151748" cy="376386"/>
          </a:xfrm>
          <a:prstGeom prst="wedgeRoundRectCallout">
            <a:avLst>
              <a:gd name="adj1" fmla="val -115579"/>
              <a:gd name="adj2" fmla="val 15734"/>
              <a:gd name="adj3" fmla="val 0"/>
            </a:avLst>
          </a:prstGeom>
          <a:solidFill>
            <a:schemeClr val="lt2"/>
          </a:solidFill>
          <a:ln w="8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350" tIns="77350" rIns="77350" bIns="7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6" dirty="0">
                <a:latin typeface="Press Start 2P"/>
                <a:ea typeface="Press Start 2P"/>
                <a:cs typeface="Press Start 2P"/>
                <a:sym typeface="Press Start 2P"/>
              </a:rPr>
              <a:t>(button 6)</a:t>
            </a:r>
            <a:endParaRPr sz="676"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1960" y="53340"/>
            <a:ext cx="5068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2026 Control Button Mapping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47</Words>
  <Application>Microsoft Office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Press Start 2P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Jim Goodall</cp:lastModifiedBy>
  <cp:revision>2</cp:revision>
  <dcterms:modified xsi:type="dcterms:W3CDTF">2026-03-11T20:59:40Z</dcterms:modified>
</cp:coreProperties>
</file>