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9144000" cy="5143500" type="screen16x9"/>
  <p:notesSz cx="6858000" cy="9144000"/>
  <p:embeddedFontLst>
    <p:embeddedFont>
      <p:font typeface="Press Start 2P" panose="020B0604020202020204" charset="0"/>
      <p:regular r:id="rId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780" y="6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 title="1000033007.jpg"/>
          <p:cNvPicPr preferRelativeResize="0"/>
          <p:nvPr/>
        </p:nvPicPr>
        <p:blipFill rotWithShape="1">
          <a:blip r:embed="rId3">
            <a:alphaModFix/>
          </a:blip>
          <a:srcRect l="11723" t="6313" r="9225" b="7451"/>
          <a:stretch/>
        </p:blipFill>
        <p:spPr>
          <a:xfrm>
            <a:off x="5510055" y="899815"/>
            <a:ext cx="2668333" cy="3624600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/>
          <p:nvPr/>
        </p:nvSpPr>
        <p:spPr>
          <a:xfrm>
            <a:off x="7498259" y="1916966"/>
            <a:ext cx="1109689" cy="311428"/>
          </a:xfrm>
          <a:prstGeom prst="wedgeRoundRectCallout">
            <a:avLst>
              <a:gd name="adj1" fmla="val -95469"/>
              <a:gd name="adj2" fmla="val -114382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Unstick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3)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56" name="Google Shape;56;p13"/>
          <p:cNvSpPr/>
          <p:nvPr/>
        </p:nvSpPr>
        <p:spPr>
          <a:xfrm>
            <a:off x="4487700" y="2064812"/>
            <a:ext cx="1236648" cy="426839"/>
          </a:xfrm>
          <a:prstGeom prst="wedgeRoundRectCallout">
            <a:avLst>
              <a:gd name="adj1" fmla="val 87274"/>
              <a:gd name="adj2" fmla="val -133807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>
                <a:latin typeface="Press Start 2P"/>
                <a:ea typeface="Press Start 2P"/>
                <a:cs typeface="Press Start 2P"/>
                <a:sym typeface="Press Start 2P"/>
              </a:rPr>
              <a:t>Intake Fuel</a:t>
            </a:r>
            <a:endParaRPr sz="676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>
                <a:latin typeface="Press Start 2P"/>
                <a:ea typeface="Press Start 2P"/>
                <a:cs typeface="Press Start 2P"/>
                <a:sym typeface="Press Start 2P"/>
              </a:rPr>
              <a:t>(button 1)</a:t>
            </a:r>
            <a:endParaRPr sz="676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pic>
        <p:nvPicPr>
          <p:cNvPr id="57" name="Google Shape;57;p13" title="1000033010.jpg"/>
          <p:cNvPicPr preferRelativeResize="0"/>
          <p:nvPr/>
        </p:nvPicPr>
        <p:blipFill rotWithShape="1">
          <a:blip r:embed="rId4">
            <a:alphaModFix/>
          </a:blip>
          <a:srcRect l="18394" t="8410" r="13402" b="8493"/>
          <a:stretch/>
        </p:blipFill>
        <p:spPr>
          <a:xfrm rot="-5400000">
            <a:off x="1110966" y="821406"/>
            <a:ext cx="2194658" cy="369109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13"/>
          <p:cNvSpPr/>
          <p:nvPr/>
        </p:nvSpPr>
        <p:spPr>
          <a:xfrm>
            <a:off x="105550" y="3698337"/>
            <a:ext cx="1050600" cy="700500"/>
          </a:xfrm>
          <a:prstGeom prst="wedgeRoundRectCallout">
            <a:avLst>
              <a:gd name="adj1" fmla="val 84915"/>
              <a:gd name="adj2" fmla="val -69777"/>
              <a:gd name="adj3" fmla="val 0"/>
            </a:avLst>
          </a:prstGeom>
          <a:solidFill>
            <a:schemeClr val="lt2"/>
          </a:solidFill>
          <a:ln w="86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2850" tIns="82850" rIns="82850" bIns="82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4" dirty="0">
                <a:latin typeface="Press Start 2P"/>
                <a:ea typeface="Press Start 2P"/>
                <a:cs typeface="Press Start 2P"/>
                <a:sym typeface="Press Start 2P"/>
              </a:rPr>
              <a:t>Forward and </a:t>
            </a:r>
            <a:r>
              <a:rPr lang="en" sz="724" dirty="0" smtClean="0">
                <a:latin typeface="Press Start 2P"/>
                <a:ea typeface="Press Start 2P"/>
                <a:cs typeface="Press Start 2P"/>
                <a:sym typeface="Press Start 2P"/>
              </a:rPr>
              <a:t>Reverse</a:t>
            </a:r>
            <a:endParaRPr sz="724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59" name="Google Shape;59;p13"/>
          <p:cNvSpPr/>
          <p:nvPr/>
        </p:nvSpPr>
        <p:spPr>
          <a:xfrm>
            <a:off x="3528540" y="3619078"/>
            <a:ext cx="1050600" cy="700500"/>
          </a:xfrm>
          <a:prstGeom prst="wedgeRoundRectCallout">
            <a:avLst>
              <a:gd name="adj1" fmla="val -94475"/>
              <a:gd name="adj2" fmla="val -71954"/>
              <a:gd name="adj3" fmla="val 0"/>
            </a:avLst>
          </a:prstGeom>
          <a:solidFill>
            <a:schemeClr val="lt2"/>
          </a:solidFill>
          <a:ln w="86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2850" tIns="82850" rIns="82850" bIns="82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724" dirty="0">
                <a:latin typeface="Press Start 2P"/>
                <a:ea typeface="Press Start 2P"/>
                <a:cs typeface="Press Start 2P"/>
                <a:sym typeface="Press Start 2P"/>
              </a:rPr>
              <a:t>Left and </a:t>
            </a:r>
            <a:r>
              <a:rPr lang="en" sz="724" dirty="0" smtClean="0">
                <a:latin typeface="Press Start 2P"/>
                <a:ea typeface="Press Start 2P"/>
                <a:cs typeface="Press Start 2P"/>
                <a:sym typeface="Press Start 2P"/>
              </a:rPr>
              <a:t>Right</a:t>
            </a:r>
            <a:endParaRPr sz="724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1202790" y="4559591"/>
            <a:ext cx="4651500" cy="5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Drive controller</a:t>
            </a:r>
            <a:endParaRPr sz="1100" dirty="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1" name="Google Shape;61;p13"/>
          <p:cNvSpPr txBox="1"/>
          <p:nvPr/>
        </p:nvSpPr>
        <p:spPr>
          <a:xfrm>
            <a:off x="5345583" y="4644191"/>
            <a:ext cx="3304425" cy="41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dk1"/>
                </a:solidFill>
                <a:latin typeface="Press Start 2P"/>
                <a:ea typeface="Press Start 2P"/>
                <a:cs typeface="Press Start 2P"/>
                <a:sym typeface="Press Start 2P"/>
              </a:rPr>
              <a:t>Operation controller</a:t>
            </a:r>
            <a:endParaRPr sz="1200" dirty="0">
              <a:solidFill>
                <a:schemeClr val="dk1"/>
              </a:solidFill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2" name="Google Shape;62;p13"/>
          <p:cNvSpPr/>
          <p:nvPr/>
        </p:nvSpPr>
        <p:spPr>
          <a:xfrm>
            <a:off x="5038435" y="2778040"/>
            <a:ext cx="1090508" cy="549947"/>
          </a:xfrm>
          <a:prstGeom prst="wedgeRoundRectCallout">
            <a:avLst>
              <a:gd name="adj1" fmla="val 83463"/>
              <a:gd name="adj2" fmla="val -195585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Fast Launch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2)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3" name="Google Shape;63;p13"/>
          <p:cNvSpPr/>
          <p:nvPr/>
        </p:nvSpPr>
        <p:spPr>
          <a:xfrm>
            <a:off x="4395285" y="1019591"/>
            <a:ext cx="1236648" cy="376386"/>
          </a:xfrm>
          <a:prstGeom prst="wedgeRoundRectCallout">
            <a:avLst>
              <a:gd name="adj1" fmla="val 105520"/>
              <a:gd name="adj2" fmla="val 33333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Slow Launch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5)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4" name="Google Shape;64;p13"/>
          <p:cNvSpPr/>
          <p:nvPr/>
        </p:nvSpPr>
        <p:spPr>
          <a:xfrm>
            <a:off x="7868686" y="1444426"/>
            <a:ext cx="1183873" cy="311428"/>
          </a:xfrm>
          <a:prstGeom prst="wedgeRoundRectCallout">
            <a:avLst>
              <a:gd name="adj1" fmla="val -113255"/>
              <a:gd name="adj2" fmla="val -52520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Empty Hopper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4)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65" name="Google Shape;65;p13"/>
          <p:cNvSpPr/>
          <p:nvPr/>
        </p:nvSpPr>
        <p:spPr>
          <a:xfrm>
            <a:off x="7498260" y="930741"/>
            <a:ext cx="1151748" cy="376386"/>
          </a:xfrm>
          <a:prstGeom prst="wedgeRoundRectCallout">
            <a:avLst>
              <a:gd name="adj1" fmla="val -94324"/>
              <a:gd name="adj2" fmla="val 15734"/>
              <a:gd name="adj3" fmla="val 0"/>
            </a:avLst>
          </a:prstGeom>
          <a:solidFill>
            <a:schemeClr val="lt2"/>
          </a:solidFill>
          <a:ln w="807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7350" tIns="77350" rIns="77350" bIns="773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76" dirty="0">
                <a:latin typeface="Press Start 2P"/>
                <a:ea typeface="Press Start 2P"/>
                <a:cs typeface="Press Start 2P"/>
                <a:sym typeface="Press Start 2P"/>
              </a:rPr>
              <a:t>(button 6)</a:t>
            </a:r>
            <a:endParaRPr sz="676" dirty="0">
              <a:latin typeface="Press Start 2P"/>
              <a:ea typeface="Press Start 2P"/>
              <a:cs typeface="Press Start 2P"/>
              <a:sym typeface="Press Start 2P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441960" y="53340"/>
            <a:ext cx="50680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i="1" dirty="0" smtClean="0"/>
              <a:t>2026 Control Button Mapping</a:t>
            </a:r>
            <a:endParaRPr lang="en-US" sz="3200" b="1" i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</Words>
  <Application>Microsoft Office PowerPoint</Application>
  <PresentationFormat>On-screen Show (16:9)</PresentationFormat>
  <Paragraphs>17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Press Start 2P</vt:lpstr>
      <vt:lpstr>Arial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Robotics</cp:lastModifiedBy>
  <cp:revision>1</cp:revision>
  <dcterms:modified xsi:type="dcterms:W3CDTF">2026-03-10T00:30:30Z</dcterms:modified>
</cp:coreProperties>
</file>